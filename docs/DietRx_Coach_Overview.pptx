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DietRx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D0CF"/>
                </a:solidFill>
              </a:defRPr>
            </a:pPr>
            <a:r>
              <a:t>AI 기반 다이어트 코칭 플랫폼</a:t>
            </a:r>
            <a:br/>
            <a:r>
              <a:t>Project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C2833"/>
                </a:solidFill>
              </a:defRPr>
            </a:pPr>
            <a:r>
              <a:t>01  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■ DietRx Coach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AI 페르소나 기반 다이어트 코칭 플랫폼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■ 핵심 기능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식사 기록 및 칼로리 자동 계산 (한국 음식 11,000+ 데이터베이스)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체중/체성분 추적 및 시각화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주간 약물 복용 관리 (GLP-1 약물 특화: 위고비, 마운자로)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AI 코칭 챗봇 (3가지 페르소나 선택 가능)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커뮤니티 게시판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■ 타겟 사용자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체중 감량을 원하는 사용자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GLP-1 계열 약물 복용자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C2833"/>
                </a:solidFill>
              </a:defRPr>
            </a:pPr>
            <a:r>
              <a:t>02  Technology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Frontend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Core Framework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React 18 + TypeScript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Vite + SWC (빌드 도구)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UI Components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shadcn/ui (Radix Primitives)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Tailwind CSS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Lucide Icons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State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TanStack Query v5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React Hook Form + Zod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Routing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React Router DOM v6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Charts &amp; Visualization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Recharts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Date Handling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date-fns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Key Dependencies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@supabase/supabase-js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sonner (토스트)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cmdk (커맨드 팔레트)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Backend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API Server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FastAPI (Python)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Uvicorn (ASGI Server)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Pydantic v2 (Validation)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Database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Supabase (PostgreSQL)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Row Level Security (RLS)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Authentication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Supabase Auth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JWT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AI / ML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OpenAI GPT-4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LlamaIndex (RAG)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OpenAI Embeddings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Supabase Cloud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Edge Functions (Optional)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Python 3.11+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Node.js 18+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C2833"/>
                </a:solidFill>
              </a:defRPr>
            </a:pPr>
            <a:r>
              <a:t>03  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2560320" cy="731520"/>
          </a:xfrm>
          <a:prstGeom prst="roundRect">
            <a:avLst/>
          </a:prstGeom>
          <a:solidFill>
            <a:srgbClr val="5EA8A7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React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017520"/>
            <a:ext cx="2286000" cy="1097280"/>
          </a:xfrm>
          <a:prstGeom prst="roundRect">
            <a:avLst/>
          </a:prstGeom>
          <a:solidFill>
            <a:srgbClr val="3ECF8E"/>
          </a:solidFill>
          <a:ln>
            <a:solidFill>
              <a:srgbClr val="24B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Supabase Auth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Login / Signup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017520"/>
            <a:ext cx="2286000" cy="1097280"/>
          </a:xfrm>
          <a:prstGeom prst="roundRect">
            <a:avLst/>
          </a:prstGeom>
          <a:solidFill>
            <a:srgbClr val="3ECF8E"/>
          </a:solidFill>
          <a:ln>
            <a:solidFill>
              <a:srgbClr val="24B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Supabase DB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PostgreSQL + 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17520"/>
            <a:ext cx="2286000" cy="1097280"/>
          </a:xfrm>
          <a:prstGeom prst="roundRect">
            <a:avLst/>
          </a:prstGeom>
          <a:solidFill>
            <a:srgbClr val="009688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FastAPI Server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AI Chat +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46320"/>
            <a:ext cx="2286000" cy="914400"/>
          </a:xfrm>
          <a:prstGeom prst="roundRect">
            <a:avLst/>
          </a:prstGeom>
          <a:solidFill>
            <a:srgbClr val="10A37F"/>
          </a:solidFill>
          <a:ln>
            <a:solidFill>
              <a:srgbClr val="0D8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OpenAI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846320"/>
            <a:ext cx="457200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C2833"/>
                </a:solidFill>
              </a:defRPr>
            </a:pPr>
            <a:r>
              <a:t>Data Flow: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CRUD Operations → Supabase Direct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AI Chatbot → FastAPI → OpenAI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Auth → Supabase Auth (JWT)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Architecture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Frontend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Feature-based folder structure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Custom hooks for data fetching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Compound component patterns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Data Access Pattern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BaaS (Backend as a Service)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Direct Supabase queries for CRUD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FastAPI for AI/complex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Security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Supabase RLS (Row Level Security)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JWT-based authentication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API key protection via server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State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Server state: TanStack Query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Form state: React Hook Form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• Auth state: React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C2833"/>
                </a:solidFill>
              </a:defRPr>
            </a:pPr>
            <a:r>
              <a:t>04  Key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Feature 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오늘의 칼로리, 체중, 약물 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Meals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식사 기록, 음식 검색, 영양소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Medications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주간 약물 관리, 복용 캘린더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AI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페르소나 기반 AI 코칭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RAG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약물 정보 RAG 기반 응답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커뮤니티 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프로필 설정, 테마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C2833"/>
                </a:solidFill>
              </a:defRPr>
            </a:pPr>
            <a:r>
              <a:t>05  Database Schema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Main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user_profiles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사용자 프로필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nickname, weight, goal, persona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meals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식사 기록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date, meal_type, total_calories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meal_items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식사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meal_id, food_name, calories, nutrients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medications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약물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name, dosage, dose_day, frequency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medication_logs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복용 기록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medication_id, taken_at, 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progress_logs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체중 기록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date, weight_kg, body_fat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게시글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tab, title, content, likes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댓글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post_id, content, author_id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C2833"/>
                </a:solidFill>
              </a:defRPr>
            </a:pPr>
            <a:r>
              <a:t>06  Project 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Directory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Frontend (src/)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components/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│   ├── ui/          # shadcn components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│   ├── dashboard/   # Dashboard widgets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│   ├── meals/       # Meal components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│   ├── medications/ # Medication components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│   └── layout/      # App shell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pages/           # Route pages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hooks/           # Custom hooks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lib/             # Utilities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types/           # TypeScript types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└── contexts/        # React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Backend (server/)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api/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│   └── v1/          # API routes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services/        # Business logic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ai/              # AI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rag/             # RAG components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schemas/         # Pydantic models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└── core/            # Config, deps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■ Database (supabase/)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schema.sql       # DB schema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├── migrations/      # Migrations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   └── functions/       # Edge Functions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C2833"/>
                </a:solidFill>
              </a:defRPr>
            </a:pPr>
            <a:r>
              <a:t>07  API Endpoints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FastAPI Endpoints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5EA8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/api/v1/chat/message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AI 챗봇 메시지 전송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/api/v1/medication/ask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약물 RAG 질문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/api/v1/health/summary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건강 데이터 요약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/api/v1/meals/today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오늘의 식사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/api/v1/progress/weight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833"/>
                          </a:solidFill>
                        </a:defRPr>
                      </a:pPr>
                      <a:r>
                        <a:t>체중 기록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C2833"/>
                </a:solidFill>
              </a:defRPr>
            </a:pPr>
            <a:r>
              <a:t>08  Summary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■ 하이브리드 아키텍처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Supabase BaaS + FastAPI AI Server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빠른 개발 속도와 AI 기능 확장성 확보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■ 기술적 특징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TypeScript 기반 타입 안전성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TanStack Query로 서버 상태 최적화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RAG 기반 AI 응답 품질 향상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■ 향후 계획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알림 기능 (Push Notification)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리포트 자동 생성</a:t>
            </a:r>
          </a:p>
          <a:p>
            <a:pPr>
              <a:spcAft>
                <a:spcPts val="1400"/>
              </a:spcAft>
              <a:defRPr sz="2000">
                <a:solidFill>
                  <a:srgbClr val="1C2833"/>
                </a:solidFill>
              </a:defRPr>
            </a:pPr>
            <a:r>
              <a:t>   • 모바일 앱 (React Native)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D0CF"/>
                </a:solidFill>
              </a:defRPr>
            </a:pPr>
            <a:r>
              <a:t>DietRx Coach - AI Diet Coaching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